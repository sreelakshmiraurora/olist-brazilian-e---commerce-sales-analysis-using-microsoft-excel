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lakshmi Raju" userId="fcb3ebcd1bf9d64b" providerId="LiveId" clId="{0003B534-4CD6-4502-851C-C38AB58F3257}"/>
    <pc:docChg chg="custSel modSld">
      <pc:chgData name="Sreelakshmi Raju" userId="fcb3ebcd1bf9d64b" providerId="LiveId" clId="{0003B534-4CD6-4502-851C-C38AB58F3257}" dt="2026-07-23T03:21:28.644" v="33" actId="207"/>
      <pc:docMkLst>
        <pc:docMk/>
      </pc:docMkLst>
      <pc:sldChg chg="modSp mod">
        <pc:chgData name="Sreelakshmi Raju" userId="fcb3ebcd1bf9d64b" providerId="LiveId" clId="{0003B534-4CD6-4502-851C-C38AB58F3257}" dt="2026-07-23T03:21:28.644" v="33" actId="207"/>
        <pc:sldMkLst>
          <pc:docMk/>
          <pc:sldMk cId="767318217" sldId="256"/>
        </pc:sldMkLst>
        <pc:spChg chg="mod">
          <ac:chgData name="Sreelakshmi Raju" userId="fcb3ebcd1bf9d64b" providerId="LiveId" clId="{0003B534-4CD6-4502-851C-C38AB58F3257}" dt="2026-07-23T03:21:28.644" v="33" actId="207"/>
          <ac:spMkLst>
            <pc:docMk/>
            <pc:sldMk cId="767318217" sldId="256"/>
            <ac:spMk id="6" creationId="{A4FEC3B3-9FBC-5670-C5D1-FAB7D095E9D6}"/>
          </ac:spMkLst>
        </pc:spChg>
      </pc:sldChg>
      <pc:sldChg chg="addSp delSp modSp mod">
        <pc:chgData name="Sreelakshmi Raju" userId="fcb3ebcd1bf9d64b" providerId="LiveId" clId="{0003B534-4CD6-4502-851C-C38AB58F3257}" dt="2026-07-21T15:46:24.091" v="32" actId="1076"/>
        <pc:sldMkLst>
          <pc:docMk/>
          <pc:sldMk cId="852819124" sldId="259"/>
        </pc:sldMkLst>
        <pc:picChg chg="add mod">
          <ac:chgData name="Sreelakshmi Raju" userId="fcb3ebcd1bf9d64b" providerId="LiveId" clId="{0003B534-4CD6-4502-851C-C38AB58F3257}" dt="2026-07-21T15:45:36.192" v="20" actId="1076"/>
          <ac:picMkLst>
            <pc:docMk/>
            <pc:sldMk cId="852819124" sldId="259"/>
            <ac:picMk id="7" creationId="{80C6BAF3-87FA-84CB-EEBC-A24CCC85A0CB}"/>
          </ac:picMkLst>
        </pc:picChg>
        <pc:picChg chg="add mod">
          <ac:chgData name="Sreelakshmi Raju" userId="fcb3ebcd1bf9d64b" providerId="LiveId" clId="{0003B534-4CD6-4502-851C-C38AB58F3257}" dt="2026-07-21T15:46:07.341" v="27" actId="1076"/>
          <ac:picMkLst>
            <pc:docMk/>
            <pc:sldMk cId="852819124" sldId="259"/>
            <ac:picMk id="11" creationId="{66E7FAE1-C061-447A-15EA-BA89A0E7D36D}"/>
          </ac:picMkLst>
        </pc:picChg>
        <pc:picChg chg="add mod">
          <ac:chgData name="Sreelakshmi Raju" userId="fcb3ebcd1bf9d64b" providerId="LiveId" clId="{0003B534-4CD6-4502-851C-C38AB58F3257}" dt="2026-07-21T15:46:24.091" v="32" actId="1076"/>
          <ac:picMkLst>
            <pc:docMk/>
            <pc:sldMk cId="852819124" sldId="259"/>
            <ac:picMk id="13" creationId="{2233D8EC-F2F0-115A-D15C-DB38464CD0FA}"/>
          </ac:picMkLst>
        </pc:picChg>
      </pc:sldChg>
    </pc:docChg>
  </pc:docChgLst>
  <pc:docChgLst>
    <pc:chgData name="Sreelakshmi Raju" userId="fcb3ebcd1bf9d64b" providerId="LiveId" clId="{25259E2D-54A5-47C1-BE00-250703208122}"/>
    <pc:docChg chg="custSel addSld delSld modSld">
      <pc:chgData name="Sreelakshmi Raju" userId="fcb3ebcd1bf9d64b" providerId="LiveId" clId="{25259E2D-54A5-47C1-BE00-250703208122}" dt="2026-07-12T08:03:58.430" v="1537" actId="1076"/>
      <pc:docMkLst>
        <pc:docMk/>
      </pc:docMkLst>
      <pc:sldChg chg="addSp modSp new mod setBg">
        <pc:chgData name="Sreelakshmi Raju" userId="fcb3ebcd1bf9d64b" providerId="LiveId" clId="{25259E2D-54A5-47C1-BE00-250703208122}" dt="2026-07-12T08:03:58.430" v="1537" actId="1076"/>
        <pc:sldMkLst>
          <pc:docMk/>
          <pc:sldMk cId="362904945" sldId="257"/>
        </pc:sldMkLst>
        <pc:spChg chg="mod">
          <ac:chgData name="Sreelakshmi Raju" userId="fcb3ebcd1bf9d64b" providerId="LiveId" clId="{25259E2D-54A5-47C1-BE00-250703208122}" dt="2026-07-12T07:58:25.504" v="1489" actId="113"/>
          <ac:spMkLst>
            <pc:docMk/>
            <pc:sldMk cId="362904945" sldId="257"/>
            <ac:spMk id="2" creationId="{5B96CCE2-8A3A-8C1F-122D-9CBD689B6ABB}"/>
          </ac:spMkLst>
        </pc:spChg>
        <pc:spChg chg="mod">
          <ac:chgData name="Sreelakshmi Raju" userId="fcb3ebcd1bf9d64b" providerId="LiveId" clId="{25259E2D-54A5-47C1-BE00-250703208122}" dt="2026-07-12T07:58:31.866" v="1490" actId="113"/>
          <ac:spMkLst>
            <pc:docMk/>
            <pc:sldMk cId="362904945" sldId="257"/>
            <ac:spMk id="3" creationId="{370603D0-79D7-EB76-80FB-54DF1A692279}"/>
          </ac:spMkLst>
        </pc:spChg>
        <pc:picChg chg="add mod">
          <ac:chgData name="Sreelakshmi Raju" userId="fcb3ebcd1bf9d64b" providerId="LiveId" clId="{25259E2D-54A5-47C1-BE00-250703208122}" dt="2026-07-12T08:03:58.430" v="1537" actId="1076"/>
          <ac:picMkLst>
            <pc:docMk/>
            <pc:sldMk cId="362904945" sldId="257"/>
            <ac:picMk id="5" creationId="{E8CDB961-C37E-4FD9-1A13-0866A8497670}"/>
          </ac:picMkLst>
        </pc:picChg>
      </pc:sldChg>
      <pc:sldChg chg="modSp new mod setBg">
        <pc:chgData name="Sreelakshmi Raju" userId="fcb3ebcd1bf9d64b" providerId="LiveId" clId="{25259E2D-54A5-47C1-BE00-250703208122}" dt="2026-07-12T07:58:46.662" v="1492" actId="113"/>
        <pc:sldMkLst>
          <pc:docMk/>
          <pc:sldMk cId="1551562742" sldId="258"/>
        </pc:sldMkLst>
        <pc:spChg chg="mod">
          <ac:chgData name="Sreelakshmi Raju" userId="fcb3ebcd1bf9d64b" providerId="LiveId" clId="{25259E2D-54A5-47C1-BE00-250703208122}" dt="2026-07-12T07:58:41.005" v="1491" actId="113"/>
          <ac:spMkLst>
            <pc:docMk/>
            <pc:sldMk cId="1551562742" sldId="258"/>
            <ac:spMk id="2" creationId="{124415FC-4683-5416-5898-A98319DC7D44}"/>
          </ac:spMkLst>
        </pc:spChg>
        <pc:spChg chg="mod">
          <ac:chgData name="Sreelakshmi Raju" userId="fcb3ebcd1bf9d64b" providerId="LiveId" clId="{25259E2D-54A5-47C1-BE00-250703208122}" dt="2026-07-12T07:58:46.662" v="1492" actId="113"/>
          <ac:spMkLst>
            <pc:docMk/>
            <pc:sldMk cId="1551562742" sldId="258"/>
            <ac:spMk id="3" creationId="{171B7EBE-D5D8-4509-DB28-EB2D2B46574E}"/>
          </ac:spMkLst>
        </pc:spChg>
      </pc:sldChg>
      <pc:sldChg chg="new">
        <pc:chgData name="Sreelakshmi Raju" userId="fcb3ebcd1bf9d64b" providerId="LiveId" clId="{25259E2D-54A5-47C1-BE00-250703208122}" dt="2026-07-12T07:28:18.671" v="394" actId="680"/>
        <pc:sldMkLst>
          <pc:docMk/>
          <pc:sldMk cId="852819124" sldId="259"/>
        </pc:sldMkLst>
      </pc:sldChg>
      <pc:sldChg chg="modSp new mod setBg">
        <pc:chgData name="Sreelakshmi Raju" userId="fcb3ebcd1bf9d64b" providerId="LiveId" clId="{25259E2D-54A5-47C1-BE00-250703208122}" dt="2026-07-12T07:59:06.991" v="1495" actId="5793"/>
        <pc:sldMkLst>
          <pc:docMk/>
          <pc:sldMk cId="3146604891" sldId="260"/>
        </pc:sldMkLst>
        <pc:spChg chg="mod">
          <ac:chgData name="Sreelakshmi Raju" userId="fcb3ebcd1bf9d64b" providerId="LiveId" clId="{25259E2D-54A5-47C1-BE00-250703208122}" dt="2026-07-12T07:58:57.162" v="1493" actId="113"/>
          <ac:spMkLst>
            <pc:docMk/>
            <pc:sldMk cId="3146604891" sldId="260"/>
            <ac:spMk id="2" creationId="{7894EAC9-359C-98B2-C3E5-1CE8142CB549}"/>
          </ac:spMkLst>
        </pc:spChg>
        <pc:spChg chg="mod">
          <ac:chgData name="Sreelakshmi Raju" userId="fcb3ebcd1bf9d64b" providerId="LiveId" clId="{25259E2D-54A5-47C1-BE00-250703208122}" dt="2026-07-12T07:59:06.991" v="1495" actId="5793"/>
          <ac:spMkLst>
            <pc:docMk/>
            <pc:sldMk cId="3146604891" sldId="260"/>
            <ac:spMk id="3" creationId="{D086B681-DF73-4E7E-CD75-E0056F4989B6}"/>
          </ac:spMkLst>
        </pc:spChg>
      </pc:sldChg>
      <pc:sldChg chg="modSp new mod setBg">
        <pc:chgData name="Sreelakshmi Raju" userId="fcb3ebcd1bf9d64b" providerId="LiveId" clId="{25259E2D-54A5-47C1-BE00-250703208122}" dt="2026-07-12T07:59:20.984" v="1497" actId="113"/>
        <pc:sldMkLst>
          <pc:docMk/>
          <pc:sldMk cId="4096989966" sldId="261"/>
        </pc:sldMkLst>
        <pc:spChg chg="mod">
          <ac:chgData name="Sreelakshmi Raju" userId="fcb3ebcd1bf9d64b" providerId="LiveId" clId="{25259E2D-54A5-47C1-BE00-250703208122}" dt="2026-07-12T07:59:15.101" v="1496" actId="113"/>
          <ac:spMkLst>
            <pc:docMk/>
            <pc:sldMk cId="4096989966" sldId="261"/>
            <ac:spMk id="2" creationId="{CCFEF3AE-B2CB-C75F-4707-22C1688EDE1E}"/>
          </ac:spMkLst>
        </pc:spChg>
        <pc:spChg chg="mod">
          <ac:chgData name="Sreelakshmi Raju" userId="fcb3ebcd1bf9d64b" providerId="LiveId" clId="{25259E2D-54A5-47C1-BE00-250703208122}" dt="2026-07-12T07:59:20.984" v="1497" actId="113"/>
          <ac:spMkLst>
            <pc:docMk/>
            <pc:sldMk cId="4096989966" sldId="261"/>
            <ac:spMk id="3" creationId="{C6AD81FE-7AE8-3604-5F03-281FF05457D2}"/>
          </ac:spMkLst>
        </pc:spChg>
      </pc:sldChg>
      <pc:sldChg chg="modSp new mod setBg">
        <pc:chgData name="Sreelakshmi Raju" userId="fcb3ebcd1bf9d64b" providerId="LiveId" clId="{25259E2D-54A5-47C1-BE00-250703208122}" dt="2026-07-12T07:59:42.399" v="1499" actId="113"/>
        <pc:sldMkLst>
          <pc:docMk/>
          <pc:sldMk cId="1539256303" sldId="262"/>
        </pc:sldMkLst>
        <pc:spChg chg="mod">
          <ac:chgData name="Sreelakshmi Raju" userId="fcb3ebcd1bf9d64b" providerId="LiveId" clId="{25259E2D-54A5-47C1-BE00-250703208122}" dt="2026-07-12T07:59:35.726" v="1498" actId="113"/>
          <ac:spMkLst>
            <pc:docMk/>
            <pc:sldMk cId="1539256303" sldId="262"/>
            <ac:spMk id="2" creationId="{D111CC62-F035-4F5B-6641-40842974CAA8}"/>
          </ac:spMkLst>
        </pc:spChg>
        <pc:spChg chg="mod">
          <ac:chgData name="Sreelakshmi Raju" userId="fcb3ebcd1bf9d64b" providerId="LiveId" clId="{25259E2D-54A5-47C1-BE00-250703208122}" dt="2026-07-12T07:59:42.399" v="1499" actId="113"/>
          <ac:spMkLst>
            <pc:docMk/>
            <pc:sldMk cId="1539256303" sldId="262"/>
            <ac:spMk id="3" creationId="{8D786680-87E8-EB1C-0C01-B4A45E7B6266}"/>
          </ac:spMkLst>
        </pc:spChg>
      </pc:sldChg>
      <pc:sldChg chg="modSp new mod setBg">
        <pc:chgData name="Sreelakshmi Raju" userId="fcb3ebcd1bf9d64b" providerId="LiveId" clId="{25259E2D-54A5-47C1-BE00-250703208122}" dt="2026-07-12T08:00:37.739" v="1501" actId="113"/>
        <pc:sldMkLst>
          <pc:docMk/>
          <pc:sldMk cId="2620783624" sldId="263"/>
        </pc:sldMkLst>
        <pc:spChg chg="mod">
          <ac:chgData name="Sreelakshmi Raju" userId="fcb3ebcd1bf9d64b" providerId="LiveId" clId="{25259E2D-54A5-47C1-BE00-250703208122}" dt="2026-07-12T08:00:31.727" v="1500" actId="113"/>
          <ac:spMkLst>
            <pc:docMk/>
            <pc:sldMk cId="2620783624" sldId="263"/>
            <ac:spMk id="2" creationId="{B7E32FDB-1B52-9285-C3CB-85F9AF3A299F}"/>
          </ac:spMkLst>
        </pc:spChg>
        <pc:spChg chg="mod">
          <ac:chgData name="Sreelakshmi Raju" userId="fcb3ebcd1bf9d64b" providerId="LiveId" clId="{25259E2D-54A5-47C1-BE00-250703208122}" dt="2026-07-12T08:00:37.739" v="1501" actId="113"/>
          <ac:spMkLst>
            <pc:docMk/>
            <pc:sldMk cId="2620783624" sldId="263"/>
            <ac:spMk id="3" creationId="{8AB308C1-1474-99B8-FA10-B1AC4372C304}"/>
          </ac:spMkLst>
        </pc:spChg>
      </pc:sldChg>
      <pc:sldChg chg="modSp new mod setBg">
        <pc:chgData name="Sreelakshmi Raju" userId="fcb3ebcd1bf9d64b" providerId="LiveId" clId="{25259E2D-54A5-47C1-BE00-250703208122}" dt="2026-07-12T08:02:43.538" v="1536" actId="207"/>
        <pc:sldMkLst>
          <pc:docMk/>
          <pc:sldMk cId="1082570950" sldId="264"/>
        </pc:sldMkLst>
        <pc:spChg chg="mod">
          <ac:chgData name="Sreelakshmi Raju" userId="fcb3ebcd1bf9d64b" providerId="LiveId" clId="{25259E2D-54A5-47C1-BE00-250703208122}" dt="2026-07-12T08:02:43.538" v="1536" actId="207"/>
          <ac:spMkLst>
            <pc:docMk/>
            <pc:sldMk cId="1082570950" sldId="264"/>
            <ac:spMk id="2" creationId="{8BD7E3BF-DAAB-FD63-51B9-6A16F11D4DB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14946-B928-133E-091A-275C801F2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564876-7151-C562-FE26-9CFF75612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476DA-AB8F-4E90-4D88-D5AE29BB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1937-E141-4868-B783-BB606EB714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CFE2A-9FC4-FCDD-7CD9-776429513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266D3-D9B2-04BE-9BF8-A9AECD34E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E982-7CE9-4FF6-BA04-9438B1B3D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21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CED5F-FF6E-5E1E-E6F3-039EBB61B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6B9E2-018C-895D-4D1B-25F39E1FF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1B550-5AEC-BA90-31B8-8E7DDA56F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1937-E141-4868-B783-BB606EB714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627F6-7B91-57CC-A2FF-7F0133D40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20BAD-0C6C-6C62-E608-0E133F333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E982-7CE9-4FF6-BA04-9438B1B3D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522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FF6D-A1CE-5497-7D8B-5C4A2CEAE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74DD7-DC69-0BA1-61DA-1D9A97D00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5E359-1B96-FE73-3071-71A693EF9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1937-E141-4868-B783-BB606EB714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1AEAB-5D5A-F6CA-97D1-C6462B7FF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ECE61-1109-51B2-4A8D-1AADDDDCB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E982-7CE9-4FF6-BA04-9438B1B3D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793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2BB3F-D30A-4DCD-D7DA-550281B4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2B67D-63C9-0F6C-A05B-08BDB042E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FCA7FB-1557-27CF-963F-727AD7272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29EC9-9A68-EB45-747E-0C948688A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1937-E141-4868-B783-BB606EB714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EB49D-2F4C-4368-8400-50B8E9D7B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8A975-10E8-6B74-C9E9-45FD02EE6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E982-7CE9-4FF6-BA04-9438B1B3D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234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A7045-5C60-CD3A-C735-476695C04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F9EE4-C0EE-A737-E40A-A7926769D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98EF8-81DB-ED7C-743B-E556F8BBF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E3AFC-A99B-C44E-D9FC-F13159507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D57B2-61C9-26E9-4E99-E77C035C01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2F74BE-EEC1-B527-2FE0-244164B79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1937-E141-4868-B783-BB606EB714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C3C8B8-689E-321D-2567-316B862D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3415EB-7B28-17FB-A0DC-09374C210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E982-7CE9-4FF6-BA04-9438B1B3D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949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8BAFA-7891-D426-8CEC-59DC26C18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7F3620-A7EC-FE15-2A75-1859589D9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1937-E141-4868-B783-BB606EB714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5391A0-BBFD-6025-B0DA-A356B537A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FBD37-B07F-EE8B-79DE-0D24ADB44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E982-7CE9-4FF6-BA04-9438B1B3D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72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530297-EF19-265B-5AB1-642278567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1937-E141-4868-B783-BB606EB714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6FB81B-C5A9-8E05-DC68-938897C13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B730D-B7CE-C93C-0008-AACFA2AA0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E982-7CE9-4FF6-BA04-9438B1B3D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271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DECB4-43F5-4859-C488-3F921A777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7D4B0-A03C-AF54-ED23-712E46EC6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38202-99BA-7745-FC14-46BCE5538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6EDF9-1F9A-1CD7-EAE0-01D486C00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1937-E141-4868-B783-BB606EB714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4D7518-27CD-B5E6-87E1-C6639ACF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55D79-D11D-EBC2-5030-4B4C7D6F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E982-7CE9-4FF6-BA04-9438B1B3D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144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BC367-58E6-BBE9-9DFD-C726BB6B7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C453A5-0A5E-FF13-D16C-7289569805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29DD5A-5FDF-7FB0-0992-4C2D210C7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C28EA-154B-CEE2-9640-81422588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1937-E141-4868-B783-BB606EB714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6B5C7-E299-E025-A72D-BEBF5369E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E158D-D803-4C5B-CECE-3FD54B58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E982-7CE9-4FF6-BA04-9438B1B3D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794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2E6A5-7001-7D1A-4CDE-9F72C1598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83311-559E-95E3-2510-625835220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A74FC-FF90-D529-2CED-5553F4374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1937-E141-4868-B783-BB606EB714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052B2-91B0-6142-DF18-BB34119EA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C9EB3-0082-75B0-4DBD-D9495100B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E982-7CE9-4FF6-BA04-9438B1B3D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900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33E420-F470-985A-12FA-BF43EC30FD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78BCF-A4C0-3583-187C-D82A793C5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6BBA7-5E35-49EF-EDC6-4DC1C1EC8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1937-E141-4868-B783-BB606EB714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FDFF9-062B-F157-54FE-D20E07B35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D65DB-FC3A-EECC-E738-41FAF5F3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E982-7CE9-4FF6-BA04-9438B1B3D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372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A398F-F5E0-00DC-5DC5-76D444EFC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C9992-EF86-99C9-1FB9-5696FB227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EBE2C-CF8D-6B15-5D24-41AA9D167E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E1937-E141-4868-B783-BB606EB714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1BF0B-922D-9026-007F-45050CD14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80686-B271-6724-C5D5-C74EFB761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EE982-7CE9-4FF6-BA04-9438B1B3D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802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21766-5B1C-C5B5-23D3-CF41E2394F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0A10E-E265-E1F3-189C-AC7E2CCEAB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867CD8-BF34-8129-318A-EB3092705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954"/>
            <a:ext cx="12191999" cy="68789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FEC3B3-9FBC-5670-C5D1-FAB7D095E9D6}"/>
              </a:ext>
            </a:extLst>
          </p:cNvPr>
          <p:cNvSpPr txBox="1"/>
          <p:nvPr/>
        </p:nvSpPr>
        <p:spPr>
          <a:xfrm>
            <a:off x="7101347" y="486696"/>
            <a:ext cx="525042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</a:rPr>
              <a:t>OLIST BRAZILIAN E-COMMERCE SALES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3B01F-83ED-1D91-B81A-5DAC3685F8EE}"/>
              </a:ext>
            </a:extLst>
          </p:cNvPr>
          <p:cNvSpPr txBox="1"/>
          <p:nvPr/>
        </p:nvSpPr>
        <p:spPr>
          <a:xfrm>
            <a:off x="8726128" y="5349875"/>
            <a:ext cx="34658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PRESENTED BY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SREELAKSHMI RAJU</a:t>
            </a:r>
          </a:p>
        </p:txBody>
      </p:sp>
    </p:spTree>
    <p:extLst>
      <p:ext uri="{BB962C8B-B14F-4D97-AF65-F5344CB8AC3E}">
        <p14:creationId xmlns:p14="http://schemas.microsoft.com/office/powerpoint/2010/main" val="767318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  <a:alpha val="8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6CCE2-8A3A-8C1F-122D-9CBD689B6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603D0-79D7-EB76-80FB-54DF1A692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Brazilian E-Commerce platform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To analyse sales dataset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Convert raw data into meaningful insights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Create dashboard using Microsoft Excel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DB961-C37E-4FD9-1A13-0866A8497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387" y="1690688"/>
            <a:ext cx="41737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4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  <a:alpha val="8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15FC-4683-5416-5898-A98319DC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b="1" dirty="0">
                <a:solidFill>
                  <a:schemeClr val="bg1"/>
                </a:solidFill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B7EBE-D5D8-4509-DB28-EB2D2B465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Dataset downloaded from Kaggle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Multiple Excel files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Imported and merged into Excel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Merged into one dataset using power Query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16 Columns and 118435 Rows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1562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C6BAF3-87FA-84CB-EEBC-A24CCC85A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" y="320040"/>
            <a:ext cx="11658600" cy="20497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E7FAE1-C061-447A-15EA-BA89A0E7D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" y="2438401"/>
            <a:ext cx="11832336" cy="20497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33D8EC-F2F0-115A-D15C-DB38464CD0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928" y="4488181"/>
            <a:ext cx="3352800" cy="195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819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  <a:alpha val="8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4EAC9-359C-98B2-C3E5-1CE8142C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b="1" dirty="0">
                <a:solidFill>
                  <a:schemeClr val="bg1"/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6B681-DF73-4E7E-CD75-E0056F498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Import multiple datasets into Excel</a:t>
            </a:r>
          </a:p>
          <a:p>
            <a:r>
              <a:rPr lang="en-IN" b="1" dirty="0">
                <a:solidFill>
                  <a:schemeClr val="bg1"/>
                </a:solidFill>
              </a:rPr>
              <a:t>Power Query to clean , transform and merge</a:t>
            </a:r>
          </a:p>
          <a:p>
            <a:r>
              <a:rPr lang="en-IN" b="1" dirty="0">
                <a:solidFill>
                  <a:schemeClr val="bg1"/>
                </a:solidFill>
              </a:rPr>
              <a:t>Added extra columns</a:t>
            </a:r>
          </a:p>
          <a:p>
            <a:r>
              <a:rPr lang="en-IN" b="1" dirty="0">
                <a:solidFill>
                  <a:schemeClr val="bg1"/>
                </a:solidFill>
              </a:rPr>
              <a:t>Analyse important business metrics</a:t>
            </a:r>
          </a:p>
          <a:p>
            <a:r>
              <a:rPr lang="en-IN" b="1" dirty="0">
                <a:solidFill>
                  <a:schemeClr val="bg1"/>
                </a:solidFill>
              </a:rPr>
              <a:t>Built interactive dashboard with KPI cards , charts and Slicers.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604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  <a:alpha val="8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EF3AE-B2CB-C75F-4707-22C1688ED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b="1" dirty="0">
                <a:solidFill>
                  <a:schemeClr val="bg1"/>
                </a:solidFill>
              </a:rPr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D81FE-7AE8-3604-5F03-281FF0545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2018 generated the highest revenue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Sales fluctuated throughout the year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Few months noticed higher revenue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Delivered orders for majority orders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Credit card mostly preferred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Watches &amp; Gifts generated the highest revenue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Sao Paulo contributes highest revenue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6989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  <a:alpha val="8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CC62-F035-4F5B-6641-40842974C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86680-87E8-EB1C-0C01-B4A45E7B6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Cleaned , transformed and merged datasets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Built interactive dashboard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Analysed sales performance, payment methods etc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Generated meaningful business insights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Strengthened practical skills in Excel dashboard development</a:t>
            </a:r>
          </a:p>
        </p:txBody>
      </p:sp>
    </p:spTree>
    <p:extLst>
      <p:ext uri="{BB962C8B-B14F-4D97-AF65-F5344CB8AC3E}">
        <p14:creationId xmlns:p14="http://schemas.microsoft.com/office/powerpoint/2010/main" val="1539256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  <a:alpha val="8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32FDB-1B52-9285-C3CB-85F9AF3A2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b="1" dirty="0">
                <a:solidFill>
                  <a:schemeClr val="bg1"/>
                </a:solidFill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308C1-1474-99B8-FA10-B1AC4372C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Develop dashboard in Power BI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Connect dashboard to a live database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Add profit and profit margin analysis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Implement customer segmentation 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Build sales forecasting models</a:t>
            </a:r>
          </a:p>
        </p:txBody>
      </p:sp>
    </p:spTree>
    <p:extLst>
      <p:ext uri="{BB962C8B-B14F-4D97-AF65-F5344CB8AC3E}">
        <p14:creationId xmlns:p14="http://schemas.microsoft.com/office/powerpoint/2010/main" val="2620783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  <a:alpha val="8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7E3BF-DAAB-FD63-51B9-6A16F11D4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241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7200" dirty="0">
                <a:solidFill>
                  <a:schemeClr val="bg1"/>
                </a:solidFill>
                <a:latin typeface="Forte" panose="03060902040502070203" pitchFamily="66" charset="0"/>
              </a:rPr>
              <a:t>THANKYOU !</a:t>
            </a:r>
          </a:p>
        </p:txBody>
      </p:sp>
    </p:spTree>
    <p:extLst>
      <p:ext uri="{BB962C8B-B14F-4D97-AF65-F5344CB8AC3E}">
        <p14:creationId xmlns:p14="http://schemas.microsoft.com/office/powerpoint/2010/main" val="108257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179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Forte</vt:lpstr>
      <vt:lpstr>Office Theme</vt:lpstr>
      <vt:lpstr>PowerPoint Presentation</vt:lpstr>
      <vt:lpstr>INTRODUCTION</vt:lpstr>
      <vt:lpstr>DATASET OVERVIEW</vt:lpstr>
      <vt:lpstr>PowerPoint Presentation</vt:lpstr>
      <vt:lpstr>OBJECTIVE</vt:lpstr>
      <vt:lpstr>INSIGHTS</vt:lpstr>
      <vt:lpstr>CONCLUSION</vt:lpstr>
      <vt:lpstr>FUTURE SCOPE</vt:lpstr>
      <vt:lpstr>THANKYOU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Sreelakshmi Raju</dc:creator>
  <cp:lastModifiedBy>Sreelakshmi Raju</cp:lastModifiedBy>
  <cp:revision>1</cp:revision>
  <dcterms:created xsi:type="dcterms:W3CDTF">2026-07-12T07:06:56Z</dcterms:created>
  <dcterms:modified xsi:type="dcterms:W3CDTF">2026-07-23T07:08:26Z</dcterms:modified>
</cp:coreProperties>
</file>